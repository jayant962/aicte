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DocuSense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1F5F9"/>
                </a:solidFill>
                <a:latin typeface="Calibri"/>
              </a:rPr>
              <a:t>Intelligent Invoice Analysis &amp; Fraud-Screening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IBM SkillsBuild-AICTE-BharatCares (CSRBOX)
ML &amp; Applied AI Internship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Academic prototype  |  All metrics from actual code runs  |  Add your Name / Roll 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Manual invoice processing is slow, error-prone and hard to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54864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• Wrong totals — subtotal + tax ≠ grand total goes unnoticed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240280"/>
            <a:ext cx="54864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• Duplicate invoices — same invoice submitted twice, sometimes with altered amounts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108960"/>
            <a:ext cx="54864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39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• Poor scan quality — missing or unreadable fields delay payment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77639"/>
            <a:ext cx="54864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• Unusual amounts — no systematic flag for outlier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846320"/>
            <a:ext cx="54864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80060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34155"/>
                </a:solidFill>
                <a:latin typeface="Calibri"/>
              </a:rPr>
              <a:t>• Audit trail — no centralised log of extracted fields and validation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57200" cy="7315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389888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OCR &amp;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PDF text layer or Tesseract; extract vendor, number, dates, amounts, currency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457200" cy="731520"/>
          </a:xfrm>
          <a:prstGeom prst="rect">
            <a:avLst/>
          </a:prstGeom>
          <a:solidFill>
            <a:srgbClr val="108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304288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7 deterministic rules for total consistency, dates, amounts, invoice number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4572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3218688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Duplicate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Exact, near and conflicting-number matches via RapidFuzz fuzzy similarity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45720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4133087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Anomaly indicator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Unsupervised Isolation Forest on log-total and tax-ratio (no fraud labels)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9200"/>
            <a:ext cx="45720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" y="5047488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Transparent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Human-readable review prompts; reviewer makes the final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Five-signal pipeline with transparent human-review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011680" cy="128016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Upload
(PDF/JPG/PNG)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554480"/>
            <a:ext cx="2011680" cy="1280160"/>
          </a:xfrm>
          <a:prstGeom prst="rect">
            <a:avLst/>
          </a:prstGeom>
          <a:solidFill>
            <a:srgbClr val="069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6002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document_loader
(validate, load pages)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554480"/>
            <a:ext cx="201168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16002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OCR / text layer
(preprocess, Tesseract)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59" y="1554480"/>
            <a:ext cx="2011680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6002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field_extraction
(regex rules)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20116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34155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1554480"/>
            <a:ext cx="2011680" cy="12801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60020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Screening
→ Review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474720" cy="9144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37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financial_validation
(7 rules, PASS/REVIEW/FAIL)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291840"/>
            <a:ext cx="3474720" cy="914400"/>
          </a:xfrm>
          <a:prstGeom prst="rect">
            <a:avLst/>
          </a:prstGeom>
          <a:solidFill>
            <a:srgbClr val="108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337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duplicate_detection
(exact / near / conflict)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47472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3375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anomaly_detection
(Isolation Forest)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screening.py  →  Low concern / Needs review / High concern  →  SQLite + CSV/JSON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What we used, how we obtained it, and its licence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Dataset: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71600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CORD v2  (Consolidated Receipt Dataset)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83664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Source: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83664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Naver Clova AI  |  naver-clova-ix/cord-v2 on Hugging Face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95728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9572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Licence: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395728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CC BY 4.0  —  free to use for research with attribution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07792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Acquisition: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07792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python scripts/download_dataset.py --cord-hf 250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19856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1985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Subset size: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19856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250 receipt images  (train split, first 250)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931920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Scorable records: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931920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109 receipts have all three: subtotal, tax,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43984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439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Fraud labels: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443984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None  —  CORD is a receipt-parsing dataset, not a fraud dataset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956048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9560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SROIE: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956048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Registration required at ICDAR 2019; not downloaded (access needed)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468112"/>
            <a:ext cx="54864" cy="402336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46811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Raw data: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468112"/>
            <a:ext cx="8778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Not committed to the repository (listed in .gitignore)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How each pipeline stage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4864" cy="105156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Image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9656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Grayscale conversion, upscaling to ≥1400px wide, fastNlMeans denoise, skew correction (projection-profile, ±10°). Optional Otsu binarization. Degraded images get median blur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51760"/>
            <a:ext cx="54864" cy="105156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54096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Tesseract 5.4.0 (LSTM, OEM3) with PSM6. Returns per-word confidence; mean shown in UI. Digital PDFs bypass OCR via PyMuPDF text 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886200"/>
            <a:ext cx="54864" cy="105156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Field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88536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Rule-based: regex anchored on keywords (Total, Tax, Invoice No.). Handles OCR spacing artifacts in numbers (e.g. '36 , 300'→36300). Three statuses: extracted, uncertain, missing. Never guesses missing values.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20640"/>
            <a:ext cx="54864" cy="105156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Validation (7 rules)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22976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required_fields, invoice_date_valid, due_date_order, amount_plausibility, total_consistency (subtotal+tax≈total within configurable tolerance), tax_ratio, invoice_number_format. Each rule is PASS / REVIEW / FAIL / SKIPPED.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OCR &amp; Extraction — Real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CORD v2  •  100 receipts  •  0 failures  •  Exact match after normalisation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155"/>
                </a:solidFill>
                <a:latin typeface="Calibri"/>
              </a:rPr>
              <a:t>CORD v2 is a restaurant-receipt dataset (Indonesian/English). Most receipts do NOT have vendor, invoice number or date labels → those fields show null recall.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65960"/>
            <a:ext cx="1152144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99339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933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Truth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Predicted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1993392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9339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9339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23160"/>
            <a:ext cx="1152144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24505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subtotal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45059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5059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45059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45059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87.0%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45059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27.8%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26080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95351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tax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95351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95351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295351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95351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44.4%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95351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8.9%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429000"/>
            <a:ext cx="1152144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" y="345643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45643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45643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59" y="345643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45643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46.5%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45643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20.4%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931920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395935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vendor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395935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95935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395935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95935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95935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434840"/>
            <a:ext cx="1152144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59" y="446227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invoice_number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46227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46227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59" y="446227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446227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446227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937760"/>
            <a:ext cx="115214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4965192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invoice_date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496519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496519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59" y="4965192"/>
            <a:ext cx="1188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496519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965192"/>
            <a:ext cx="1463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566928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34155"/>
                </a:solidFill>
                <a:latin typeface="Calibri"/>
              </a:rPr>
              <a:t>Low total recall is expected: CORD labels receipt-style totals; Tesseract OCR yields low character-count text on many images. Precision is high when the field is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Validation &amp; Duplicate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Financial validation (7 deterministic rules):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190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required_fields — vendor, number, date,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66543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invoice_date_valid — parseable, not future, not &gt;5y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1401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due_date_order — due ≥ invoice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6148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amount_plausibility — non-negative, &lt;1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0896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total_consistency — |subtotal+tax−total| ≤ tolerance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564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tax_ratio — tax/subtotal ≤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0390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invoice_number_format — 3–30 chars, contains digit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5137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988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Precision/recall not reported: rules are tested via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4632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unit tests, not learned from labelled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Duplicate detection (RapidFuzz):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190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3 match types: exact, conflict, near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6654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Exact: same invoice no., vendor, total, 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14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Conflict: same number + vendor, but amounts differ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614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Near: weighted similarity score ≥ configurable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4564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Weights (transparent heuristics, not validated):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0390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  invoice_number 30%  |  vendor 20%  |  amount 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51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  date 10%  |  text excerpt 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988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No ground-truth duplicate pairs → precision/recall NOT claimed.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ML Component —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Unsupervised Isolation Forest  |  No labelled fraud data  |  score ≠ fraud probability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Algorithm: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sklearn.ensemble.IsolationForest  (200 trees, random_state=42)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84248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Features: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98424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log_total  and  tax_ratio (= tax ÷ subtotal)  — two continuous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51176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511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Training 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5117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109 CORD v2 receipts with complete subtotal, tax and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18104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810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Contamination: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11810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0.05  —  assumed 5 % of training records are outliers (sets decision threshold)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85032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850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Trained 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68503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2026-10-11  |  model saved to  models/anomaly_model.joblib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Output: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251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Isolation score (more negative = more unusual) + binary flag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18888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188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NOT claimed: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8188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No accuracy, precision or recall — no fraud labels exist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85816"/>
            <a:ext cx="54864" cy="45720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858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Interpretation: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38581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Flag = 'unusual relative to training distribution', not 'fraud detected'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Dashboard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583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1F5F9"/>
                </a:solidFill>
                <a:latin typeface="Calibri"/>
              </a:rPr>
              <a:t>Loaded with SYNTHETIC demo records; labelled as synthetic_demo in the database</a:t>
            </a:r>
          </a:p>
        </p:txBody>
      </p:sp>
      <p:pic>
        <p:nvPicPr>
          <p:cNvPr id="4" name="Picture 3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Document Processing — Upload, Extract,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1F5F9"/>
                </a:solidFill>
                <a:latin typeface="Calibri"/>
              </a:rPr>
              <a:t>Left: upload + OCR preview  |  Right: extracted fields + validation results  |  synthetic_003_mismatch.png</a:t>
            </a:r>
          </a:p>
        </p:txBody>
      </p:sp>
      <p:pic>
        <p:nvPicPr>
          <p:cNvPr id="4" name="Picture 3" descr="02_upload_an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5897880" cy="4937760"/>
          </a:xfrm>
          <a:prstGeom prst="rect">
            <a:avLst/>
          </a:prstGeom>
        </p:spPr>
      </p:pic>
      <p:pic>
        <p:nvPicPr>
          <p:cNvPr id="5" name="Picture 4" descr="03_extracted_fields_and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8978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D7DD2"/>
                </a:solidFill>
                <a:latin typeface="Calibri"/>
              </a:rPr>
              <a:t>Honest assessment — what works, what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Limitations: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Rule-based extraction: misses complex layouts, non-English text, handwriting; low recall on degraded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40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OCR quality: Tesseract struggles with small fonts and noisy CORD receipt scans (mean text: 133 chars/image)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97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No fraud labels: anomaly score is a distribution outlier flag, NOT a fraud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1546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Metrics limited: CORD lacks vendor/invoice_number/date labels → only financial fields evaluated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11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Heuristics uncalibrated: duplicate weights and screening rules not statistically 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0690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No line-item extraction: individual line items not parsed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26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• Alerts are REVIEW PROMPTS: a human reviewer decides — DocuSense is not an audit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Future Scope: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Layout-aware models: LayoutLM, Donut for token-level document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317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Supervised classifier if labelled fraud data becomes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88036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Line-item extraction, multi-currency, multi-language 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2900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• Enterprise: authentication, encrypted storage, REST API,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7DD2"/>
                </a:solidFill>
                <a:latin typeface="Calibri"/>
              </a:rPr>
              <a:t>All numbers shown in this presentation come from code actually run on this machine.
No results are fabricated. Alerts = human review prompts, never fraud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